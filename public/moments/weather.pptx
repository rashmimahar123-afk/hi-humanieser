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</p:sldIdLst>
  <p:sldSz cx="18288000" cy="10287000"/>
  <p:notesSz cx="6858000" cy="9144000"/>
  <p:embeddedFontLst>
    <p:embeddedFont>
      <p:font typeface="IBM Plex Sans Bold Italics" charset="1" panose="020B0803050203000203"/>
      <p:regular r:id="rId9"/>
    </p:embeddedFont>
    <p:embeddedFont>
      <p:font typeface="Open Sans Light" charset="1" panose="00000000000000000000"/>
      <p:regular r:id="rId10"/>
    </p:embeddedFont>
    <p:embeddedFont>
      <p:font typeface="Open Sans Semi-Bold" charset="1" panose="00000000000000000000"/>
      <p:regular r:id="rId11"/>
    </p:embeddedFont>
    <p:embeddedFont>
      <p:font typeface="IBM Plex Sans Medium" charset="1" panose="020B0603050203000203"/>
      <p:regular r:id="rId12"/>
    </p:embeddedFont>
    <p:embeddedFont>
      <p:font typeface="Open Sans" charset="1" panose="00000000000000000000"/>
      <p:regular r:id="rId13"/>
    </p:embeddedFont>
    <p:embeddedFont>
      <p:font typeface="Open Sans Bold" charset="1" panose="00000000000000000000"/>
      <p:regular r:id="rId14"/>
    </p:embeddedFont>
    <p:embeddedFont>
      <p:font typeface="IBM Plex Sans" charset="1" panose="020B0503050203000203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4F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799736" y="1028700"/>
            <a:ext cx="7670524" cy="10096914"/>
            <a:chOff x="0" y="0"/>
            <a:chExt cx="2020220" cy="26592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20220" cy="2659270"/>
            </a:xfrm>
            <a:custGeom>
              <a:avLst/>
              <a:gdLst/>
              <a:ahLst/>
              <a:cxnLst/>
              <a:rect r="r" b="b" t="t" l="l"/>
              <a:pathLst>
                <a:path h="2659270" w="2020220">
                  <a:moveTo>
                    <a:pt x="100931" y="0"/>
                  </a:moveTo>
                  <a:lnTo>
                    <a:pt x="1919289" y="0"/>
                  </a:lnTo>
                  <a:cubicBezTo>
                    <a:pt x="1975032" y="0"/>
                    <a:pt x="2020220" y="45188"/>
                    <a:pt x="2020220" y="100931"/>
                  </a:cubicBezTo>
                  <a:lnTo>
                    <a:pt x="2020220" y="2558339"/>
                  </a:lnTo>
                  <a:cubicBezTo>
                    <a:pt x="2020220" y="2585107"/>
                    <a:pt x="2009587" y="2610780"/>
                    <a:pt x="1990658" y="2629708"/>
                  </a:cubicBezTo>
                  <a:cubicBezTo>
                    <a:pt x="1971730" y="2648636"/>
                    <a:pt x="1946058" y="2659270"/>
                    <a:pt x="1919289" y="2659270"/>
                  </a:cubicBezTo>
                  <a:lnTo>
                    <a:pt x="100931" y="2659270"/>
                  </a:lnTo>
                  <a:cubicBezTo>
                    <a:pt x="45188" y="2659270"/>
                    <a:pt x="0" y="2614081"/>
                    <a:pt x="0" y="2558339"/>
                  </a:cubicBezTo>
                  <a:lnTo>
                    <a:pt x="0" y="100931"/>
                  </a:lnTo>
                  <a:cubicBezTo>
                    <a:pt x="0" y="45188"/>
                    <a:pt x="45188" y="0"/>
                    <a:pt x="100931" y="0"/>
                  </a:cubicBezTo>
                  <a:close/>
                </a:path>
              </a:pathLst>
            </a:custGeom>
            <a:solidFill>
              <a:srgbClr val="FEF3F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20220" cy="2697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3384550"/>
            <a:ext cx="8418865" cy="365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99"/>
              </a:lnSpc>
            </a:pPr>
            <a:r>
              <a:rPr lang="en-US" b="true" sz="12999" i="true">
                <a:solidFill>
                  <a:srgbClr val="FEF3F2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Weather Check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6504701" y="6955669"/>
            <a:ext cx="754599" cy="160261"/>
            <a:chOff x="0" y="0"/>
            <a:chExt cx="198742" cy="4220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8742" cy="42209"/>
            </a:xfrm>
            <a:custGeom>
              <a:avLst/>
              <a:gdLst/>
              <a:ahLst/>
              <a:cxnLst/>
              <a:rect r="r" b="b" t="t" l="l"/>
              <a:pathLst>
                <a:path h="42209" w="198742">
                  <a:moveTo>
                    <a:pt x="0" y="0"/>
                  </a:moveTo>
                  <a:lnTo>
                    <a:pt x="198742" y="0"/>
                  </a:lnTo>
                  <a:lnTo>
                    <a:pt x="198742" y="42209"/>
                  </a:lnTo>
                  <a:lnTo>
                    <a:pt x="0" y="42209"/>
                  </a:lnTo>
                  <a:close/>
                </a:path>
              </a:pathLst>
            </a:custGeom>
            <a:solidFill>
              <a:srgbClr val="0F4F5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98742" cy="803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636292" y="6955669"/>
            <a:ext cx="754599" cy="160261"/>
            <a:chOff x="0" y="0"/>
            <a:chExt cx="198742" cy="4220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8742" cy="42209"/>
            </a:xfrm>
            <a:custGeom>
              <a:avLst/>
              <a:gdLst/>
              <a:ahLst/>
              <a:cxnLst/>
              <a:rect r="r" b="b" t="t" l="l"/>
              <a:pathLst>
                <a:path h="42209" w="198742">
                  <a:moveTo>
                    <a:pt x="0" y="0"/>
                  </a:moveTo>
                  <a:lnTo>
                    <a:pt x="198742" y="0"/>
                  </a:lnTo>
                  <a:lnTo>
                    <a:pt x="198742" y="42209"/>
                  </a:lnTo>
                  <a:lnTo>
                    <a:pt x="0" y="42209"/>
                  </a:lnTo>
                  <a:close/>
                </a:path>
              </a:pathLst>
            </a:custGeom>
            <a:solidFill>
              <a:srgbClr val="0F4F58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98742" cy="803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767884" y="6955669"/>
            <a:ext cx="754599" cy="160261"/>
            <a:chOff x="0" y="0"/>
            <a:chExt cx="198742" cy="4220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8742" cy="42209"/>
            </a:xfrm>
            <a:custGeom>
              <a:avLst/>
              <a:gdLst/>
              <a:ahLst/>
              <a:cxnLst/>
              <a:rect r="r" b="b" t="t" l="l"/>
              <a:pathLst>
                <a:path h="42209" w="198742">
                  <a:moveTo>
                    <a:pt x="0" y="0"/>
                  </a:moveTo>
                  <a:lnTo>
                    <a:pt x="198742" y="0"/>
                  </a:lnTo>
                  <a:lnTo>
                    <a:pt x="198742" y="42209"/>
                  </a:lnTo>
                  <a:lnTo>
                    <a:pt x="0" y="42209"/>
                  </a:lnTo>
                  <a:close/>
                </a:path>
              </a:pathLst>
            </a:custGeom>
            <a:solidFill>
              <a:srgbClr val="0F4F5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98742" cy="803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4205762" y="2026387"/>
            <a:ext cx="3053538" cy="1934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F4F5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This m</a:t>
            </a:r>
            <a:r>
              <a:rPr lang="en-US" sz="2200">
                <a:solidFill>
                  <a:srgbClr val="0F4F5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oment helps teams build awareness, connection, and better collaboration, before the work even begins.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962025"/>
            <a:ext cx="5850259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8BBE8A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Hi Humaniser! Moment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746723" y="7870690"/>
            <a:ext cx="3551520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19"/>
              </a:lnSpc>
              <a:spcBef>
                <a:spcPct val="0"/>
              </a:spcBef>
            </a:pPr>
            <a:r>
              <a:rPr lang="en-US" b="true" sz="2799" i="true">
                <a:solidFill>
                  <a:srgbClr val="8BBE8A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Small habits shape how teams work together.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438375">
            <a:off x="10753173" y="27316"/>
            <a:ext cx="4834333" cy="4640960"/>
          </a:xfrm>
          <a:custGeom>
            <a:avLst/>
            <a:gdLst/>
            <a:ahLst/>
            <a:cxnLst/>
            <a:rect r="r" b="b" t="t" l="l"/>
            <a:pathLst>
              <a:path h="4640960" w="4834333">
                <a:moveTo>
                  <a:pt x="0" y="0"/>
                </a:moveTo>
                <a:lnTo>
                  <a:pt x="4834333" y="0"/>
                </a:lnTo>
                <a:lnTo>
                  <a:pt x="4834333" y="4640959"/>
                </a:lnTo>
                <a:lnTo>
                  <a:pt x="0" y="46409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F4F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95350"/>
            <a:ext cx="11975571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00"/>
              </a:lnSpc>
              <a:spcBef>
                <a:spcPct val="0"/>
              </a:spcBef>
            </a:pPr>
            <a:r>
              <a:rPr lang="en-US" b="true" sz="7000">
                <a:solidFill>
                  <a:srgbClr val="FE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How to r</a:t>
            </a:r>
            <a:r>
              <a:rPr lang="en-US" b="true" sz="7000">
                <a:solidFill>
                  <a:srgbClr val="FE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un this HH! Moment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8700" y="6528070"/>
            <a:ext cx="7646561" cy="2608001"/>
            <a:chOff x="0" y="0"/>
            <a:chExt cx="2013909" cy="68688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13909" cy="686881"/>
            </a:xfrm>
            <a:custGeom>
              <a:avLst/>
              <a:gdLst/>
              <a:ahLst/>
              <a:cxnLst/>
              <a:rect r="r" b="b" t="t" l="l"/>
              <a:pathLst>
                <a:path h="686881" w="2013909">
                  <a:moveTo>
                    <a:pt x="40499" y="0"/>
                  </a:moveTo>
                  <a:lnTo>
                    <a:pt x="1973410" y="0"/>
                  </a:lnTo>
                  <a:cubicBezTo>
                    <a:pt x="1984151" y="0"/>
                    <a:pt x="1994452" y="4267"/>
                    <a:pt x="2002047" y="11862"/>
                  </a:cubicBezTo>
                  <a:cubicBezTo>
                    <a:pt x="2009642" y="19457"/>
                    <a:pt x="2013909" y="29758"/>
                    <a:pt x="2013909" y="40499"/>
                  </a:cubicBezTo>
                  <a:lnTo>
                    <a:pt x="2013909" y="646382"/>
                  </a:lnTo>
                  <a:cubicBezTo>
                    <a:pt x="2013909" y="657123"/>
                    <a:pt x="2009642" y="667424"/>
                    <a:pt x="2002047" y="675019"/>
                  </a:cubicBezTo>
                  <a:cubicBezTo>
                    <a:pt x="1994452" y="682614"/>
                    <a:pt x="1984151" y="686881"/>
                    <a:pt x="1973410" y="686881"/>
                  </a:cubicBezTo>
                  <a:lnTo>
                    <a:pt x="40499" y="686881"/>
                  </a:lnTo>
                  <a:cubicBezTo>
                    <a:pt x="18132" y="686881"/>
                    <a:pt x="0" y="668749"/>
                    <a:pt x="0" y="646382"/>
                  </a:cubicBezTo>
                  <a:lnTo>
                    <a:pt x="0" y="40499"/>
                  </a:lnTo>
                  <a:cubicBezTo>
                    <a:pt x="0" y="29758"/>
                    <a:pt x="4267" y="19457"/>
                    <a:pt x="11862" y="11862"/>
                  </a:cubicBezTo>
                  <a:cubicBezTo>
                    <a:pt x="19457" y="4267"/>
                    <a:pt x="29758" y="0"/>
                    <a:pt x="40499" y="0"/>
                  </a:cubicBezTo>
                  <a:close/>
                </a:path>
              </a:pathLst>
            </a:custGeom>
            <a:solidFill>
              <a:srgbClr val="F5F0E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013909" cy="724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2875524"/>
            <a:ext cx="7646561" cy="3361901"/>
            <a:chOff x="0" y="0"/>
            <a:chExt cx="2013909" cy="88543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13909" cy="885439"/>
            </a:xfrm>
            <a:custGeom>
              <a:avLst/>
              <a:gdLst/>
              <a:ahLst/>
              <a:cxnLst/>
              <a:rect r="r" b="b" t="t" l="l"/>
              <a:pathLst>
                <a:path h="885439" w="2013909">
                  <a:moveTo>
                    <a:pt x="40499" y="0"/>
                  </a:moveTo>
                  <a:lnTo>
                    <a:pt x="1973410" y="0"/>
                  </a:lnTo>
                  <a:cubicBezTo>
                    <a:pt x="1984151" y="0"/>
                    <a:pt x="1994452" y="4267"/>
                    <a:pt x="2002047" y="11862"/>
                  </a:cubicBezTo>
                  <a:cubicBezTo>
                    <a:pt x="2009642" y="19457"/>
                    <a:pt x="2013909" y="29758"/>
                    <a:pt x="2013909" y="40499"/>
                  </a:cubicBezTo>
                  <a:lnTo>
                    <a:pt x="2013909" y="844940"/>
                  </a:lnTo>
                  <a:cubicBezTo>
                    <a:pt x="2013909" y="867307"/>
                    <a:pt x="1995777" y="885439"/>
                    <a:pt x="1973410" y="885439"/>
                  </a:cubicBezTo>
                  <a:lnTo>
                    <a:pt x="40499" y="885439"/>
                  </a:lnTo>
                  <a:cubicBezTo>
                    <a:pt x="29758" y="885439"/>
                    <a:pt x="19457" y="881172"/>
                    <a:pt x="11862" y="873577"/>
                  </a:cubicBezTo>
                  <a:cubicBezTo>
                    <a:pt x="4267" y="865982"/>
                    <a:pt x="0" y="855681"/>
                    <a:pt x="0" y="844940"/>
                  </a:cubicBezTo>
                  <a:lnTo>
                    <a:pt x="0" y="40499"/>
                  </a:lnTo>
                  <a:cubicBezTo>
                    <a:pt x="0" y="29758"/>
                    <a:pt x="4267" y="19457"/>
                    <a:pt x="11862" y="11862"/>
                  </a:cubicBezTo>
                  <a:cubicBezTo>
                    <a:pt x="19457" y="4267"/>
                    <a:pt x="29758" y="0"/>
                    <a:pt x="40499" y="0"/>
                  </a:cubicBezTo>
                  <a:close/>
                </a:path>
              </a:pathLst>
            </a:custGeom>
            <a:solidFill>
              <a:srgbClr val="FBE1D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013909" cy="923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0" y="6446975"/>
            <a:ext cx="7720542" cy="2608001"/>
            <a:chOff x="0" y="0"/>
            <a:chExt cx="2033394" cy="6868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33394" cy="686881"/>
            </a:xfrm>
            <a:custGeom>
              <a:avLst/>
              <a:gdLst/>
              <a:ahLst/>
              <a:cxnLst/>
              <a:rect r="r" b="b" t="t" l="l"/>
              <a:pathLst>
                <a:path h="686881" w="2033394">
                  <a:moveTo>
                    <a:pt x="40111" y="0"/>
                  </a:moveTo>
                  <a:lnTo>
                    <a:pt x="1993283" y="0"/>
                  </a:lnTo>
                  <a:cubicBezTo>
                    <a:pt x="2015436" y="0"/>
                    <a:pt x="2033394" y="17958"/>
                    <a:pt x="2033394" y="40111"/>
                  </a:cubicBezTo>
                  <a:lnTo>
                    <a:pt x="2033394" y="646770"/>
                  </a:lnTo>
                  <a:cubicBezTo>
                    <a:pt x="2033394" y="657408"/>
                    <a:pt x="2029168" y="667610"/>
                    <a:pt x="2021646" y="675133"/>
                  </a:cubicBezTo>
                  <a:cubicBezTo>
                    <a:pt x="2014123" y="682655"/>
                    <a:pt x="2003921" y="686881"/>
                    <a:pt x="1993283" y="686881"/>
                  </a:cubicBezTo>
                  <a:lnTo>
                    <a:pt x="40111" y="686881"/>
                  </a:lnTo>
                  <a:cubicBezTo>
                    <a:pt x="17958" y="686881"/>
                    <a:pt x="0" y="668923"/>
                    <a:pt x="0" y="646770"/>
                  </a:cubicBezTo>
                  <a:lnTo>
                    <a:pt x="0" y="40111"/>
                  </a:lnTo>
                  <a:cubicBezTo>
                    <a:pt x="0" y="17958"/>
                    <a:pt x="17958" y="0"/>
                    <a:pt x="40111" y="0"/>
                  </a:cubicBezTo>
                  <a:close/>
                </a:path>
              </a:pathLst>
            </a:custGeom>
            <a:solidFill>
              <a:srgbClr val="FBE1DE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033394" cy="724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0" y="2770986"/>
            <a:ext cx="7720542" cy="3361901"/>
            <a:chOff x="0" y="0"/>
            <a:chExt cx="2033394" cy="88543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33394" cy="885439"/>
            </a:xfrm>
            <a:custGeom>
              <a:avLst/>
              <a:gdLst/>
              <a:ahLst/>
              <a:cxnLst/>
              <a:rect r="r" b="b" t="t" l="l"/>
              <a:pathLst>
                <a:path h="885439" w="2033394">
                  <a:moveTo>
                    <a:pt x="40111" y="0"/>
                  </a:moveTo>
                  <a:lnTo>
                    <a:pt x="1993283" y="0"/>
                  </a:lnTo>
                  <a:cubicBezTo>
                    <a:pt x="2015436" y="0"/>
                    <a:pt x="2033394" y="17958"/>
                    <a:pt x="2033394" y="40111"/>
                  </a:cubicBezTo>
                  <a:lnTo>
                    <a:pt x="2033394" y="845328"/>
                  </a:lnTo>
                  <a:cubicBezTo>
                    <a:pt x="2033394" y="867481"/>
                    <a:pt x="2015436" y="885439"/>
                    <a:pt x="1993283" y="885439"/>
                  </a:cubicBezTo>
                  <a:lnTo>
                    <a:pt x="40111" y="885439"/>
                  </a:lnTo>
                  <a:cubicBezTo>
                    <a:pt x="17958" y="885439"/>
                    <a:pt x="0" y="867481"/>
                    <a:pt x="0" y="845328"/>
                  </a:cubicBezTo>
                  <a:lnTo>
                    <a:pt x="0" y="40111"/>
                  </a:lnTo>
                  <a:cubicBezTo>
                    <a:pt x="0" y="17958"/>
                    <a:pt x="17958" y="0"/>
                    <a:pt x="40111" y="0"/>
                  </a:cubicBezTo>
                  <a:close/>
                </a:path>
              </a:pathLst>
            </a:custGeom>
            <a:solidFill>
              <a:srgbClr val="F8E1B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033394" cy="923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295318" y="3709035"/>
            <a:ext cx="6746051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At the start of a</a:t>
            </a:r>
            <a:r>
              <a:rPr lang="en-US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team meeting, stand-up, or check-in, especially when the team has been under pressure or moving fast.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95318" y="3141060"/>
            <a:ext cx="23407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When to us</a:t>
            </a:r>
            <a:r>
              <a:rPr lang="en-US" b="true" sz="2400">
                <a:solidFill>
                  <a:srgbClr val="00000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e it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867868" y="1243330"/>
            <a:ext cx="4391432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FE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(3-5 minutes)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26478" y="3709035"/>
            <a:ext cx="7233296" cy="1868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Show the Weather Check slide.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Ask everyone to choose the weather that best reflects how they’re arriving today.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People respond through a quick </a:t>
            </a:r>
            <a:r>
              <a:rPr lang="en-US" b="true" sz="18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anonymous poll</a:t>
            </a:r>
            <a:r>
              <a:rPr lang="en-US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 explanations required, unless someone chooses to share more.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526478" y="3141060"/>
            <a:ext cx="23407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How it works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78955" y="7385024"/>
            <a:ext cx="6746051" cy="1240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quick anonymous check-in helps</a:t>
            </a:r>
            <a:r>
              <a:rPr lang="en-US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teams understand the energy in the room. It gives leaders and teams a simple signal of how people are arriving, without putting anyone on the spot.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478955" y="6817049"/>
            <a:ext cx="23407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Why it helps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31245" y="7368022"/>
            <a:ext cx="6746051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Keep it l</a:t>
            </a:r>
            <a:r>
              <a:rPr lang="en-US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ight.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 goal is awareness, not analysis.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631245" y="6800046"/>
            <a:ext cx="23407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Tips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4F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927377"/>
            <a:ext cx="18288000" cy="10096914"/>
            <a:chOff x="0" y="0"/>
            <a:chExt cx="4816593" cy="26592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659270"/>
            </a:xfrm>
            <a:custGeom>
              <a:avLst/>
              <a:gdLst/>
              <a:ahLst/>
              <a:cxnLst/>
              <a:rect r="r" b="b" t="t" l="l"/>
              <a:pathLst>
                <a:path h="2659270" w="4816592">
                  <a:moveTo>
                    <a:pt x="42333" y="0"/>
                  </a:moveTo>
                  <a:lnTo>
                    <a:pt x="4774259" y="0"/>
                  </a:lnTo>
                  <a:cubicBezTo>
                    <a:pt x="4785487" y="0"/>
                    <a:pt x="4796254" y="4460"/>
                    <a:pt x="4804193" y="12399"/>
                  </a:cubicBezTo>
                  <a:cubicBezTo>
                    <a:pt x="4812132" y="20338"/>
                    <a:pt x="4816592" y="31106"/>
                    <a:pt x="4816592" y="42333"/>
                  </a:cubicBezTo>
                  <a:lnTo>
                    <a:pt x="4816592" y="2616936"/>
                  </a:lnTo>
                  <a:cubicBezTo>
                    <a:pt x="4816592" y="2628164"/>
                    <a:pt x="4812132" y="2638932"/>
                    <a:pt x="4804193" y="2646871"/>
                  </a:cubicBezTo>
                  <a:cubicBezTo>
                    <a:pt x="4796254" y="2654810"/>
                    <a:pt x="4785487" y="2659270"/>
                    <a:pt x="4774259" y="2659270"/>
                  </a:cubicBezTo>
                  <a:lnTo>
                    <a:pt x="42333" y="2659270"/>
                  </a:lnTo>
                  <a:cubicBezTo>
                    <a:pt x="31106" y="2659270"/>
                    <a:pt x="20338" y="2654810"/>
                    <a:pt x="12399" y="2646871"/>
                  </a:cubicBezTo>
                  <a:cubicBezTo>
                    <a:pt x="4460" y="2638932"/>
                    <a:pt x="0" y="2628164"/>
                    <a:pt x="0" y="2616936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FEF3F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2697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50074" y="4387740"/>
            <a:ext cx="1952814" cy="2046617"/>
          </a:xfrm>
          <a:custGeom>
            <a:avLst/>
            <a:gdLst/>
            <a:ahLst/>
            <a:cxnLst/>
            <a:rect r="r" b="b" t="t" l="l"/>
            <a:pathLst>
              <a:path h="2046617" w="1952814">
                <a:moveTo>
                  <a:pt x="0" y="0"/>
                </a:moveTo>
                <a:lnTo>
                  <a:pt x="1952814" y="0"/>
                </a:lnTo>
                <a:lnTo>
                  <a:pt x="1952814" y="2046617"/>
                </a:lnTo>
                <a:lnTo>
                  <a:pt x="0" y="20466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190823" y="4484674"/>
            <a:ext cx="2709688" cy="1852749"/>
          </a:xfrm>
          <a:custGeom>
            <a:avLst/>
            <a:gdLst/>
            <a:ahLst/>
            <a:cxnLst/>
            <a:rect r="r" b="b" t="t" l="l"/>
            <a:pathLst>
              <a:path h="1852749" w="2709688">
                <a:moveTo>
                  <a:pt x="0" y="0"/>
                </a:moveTo>
                <a:lnTo>
                  <a:pt x="2709687" y="0"/>
                </a:lnTo>
                <a:lnTo>
                  <a:pt x="2709687" y="1852749"/>
                </a:lnTo>
                <a:lnTo>
                  <a:pt x="0" y="18527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988445" y="4873093"/>
            <a:ext cx="2489654" cy="1339887"/>
          </a:xfrm>
          <a:custGeom>
            <a:avLst/>
            <a:gdLst/>
            <a:ahLst/>
            <a:cxnLst/>
            <a:rect r="r" b="b" t="t" l="l"/>
            <a:pathLst>
              <a:path h="1339887" w="2489654">
                <a:moveTo>
                  <a:pt x="0" y="0"/>
                </a:moveTo>
                <a:lnTo>
                  <a:pt x="2489655" y="0"/>
                </a:lnTo>
                <a:lnTo>
                  <a:pt x="2489655" y="1339887"/>
                </a:lnTo>
                <a:lnTo>
                  <a:pt x="0" y="13398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660589" y="4856746"/>
            <a:ext cx="2299180" cy="1713934"/>
          </a:xfrm>
          <a:custGeom>
            <a:avLst/>
            <a:gdLst/>
            <a:ahLst/>
            <a:cxnLst/>
            <a:rect r="r" b="b" t="t" l="l"/>
            <a:pathLst>
              <a:path h="1713934" w="2299180">
                <a:moveTo>
                  <a:pt x="0" y="0"/>
                </a:moveTo>
                <a:lnTo>
                  <a:pt x="2299180" y="0"/>
                </a:lnTo>
                <a:lnTo>
                  <a:pt x="2299180" y="1713935"/>
                </a:lnTo>
                <a:lnTo>
                  <a:pt x="0" y="171393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142258" y="4753298"/>
            <a:ext cx="1995668" cy="1920830"/>
          </a:xfrm>
          <a:custGeom>
            <a:avLst/>
            <a:gdLst/>
            <a:ahLst/>
            <a:cxnLst/>
            <a:rect r="r" b="b" t="t" l="l"/>
            <a:pathLst>
              <a:path h="1920830" w="1995668">
                <a:moveTo>
                  <a:pt x="0" y="0"/>
                </a:moveTo>
                <a:lnTo>
                  <a:pt x="1995668" y="0"/>
                </a:lnTo>
                <a:lnTo>
                  <a:pt x="1995668" y="1920831"/>
                </a:lnTo>
                <a:lnTo>
                  <a:pt x="0" y="192083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085013" y="365125"/>
            <a:ext cx="14117975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0"/>
              </a:lnSpc>
              <a:spcBef>
                <a:spcPct val="0"/>
              </a:spcBef>
            </a:pPr>
            <a:r>
              <a:rPr lang="en-US" sz="7000">
                <a:solidFill>
                  <a:srgbClr val="FEF3F2"/>
                </a:solidFill>
                <a:latin typeface="IBM Plex Sans"/>
                <a:ea typeface="IBM Plex Sans"/>
                <a:cs typeface="IBM Plex Sans"/>
                <a:sym typeface="IBM Plex Sans"/>
              </a:rPr>
              <a:t>What’s your weather today?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61991" y="6820778"/>
            <a:ext cx="1728980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Cl</a:t>
            </a: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ear and energised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829372" y="6820778"/>
            <a:ext cx="1728980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Mostly good,</a:t>
            </a: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 a few clouds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396677" y="6820778"/>
            <a:ext cx="1728980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Low energy or distr</a:t>
            </a: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acted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945689" y="6820778"/>
            <a:ext cx="1728980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Under</a:t>
            </a: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 pressure today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275602" y="6881738"/>
            <a:ext cx="172898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 tough day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959769" y="9220200"/>
            <a:ext cx="4195355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b="true" sz="1999">
                <a:solidFill>
                  <a:srgbClr val="0F4F5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Ano</a:t>
            </a:r>
            <a:r>
              <a:rPr lang="en-US" b="true" sz="1999">
                <a:solidFill>
                  <a:srgbClr val="0F4F5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nymous check-in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DAHDKcauFmM</dc:identifier>
  <dcterms:modified xsi:type="dcterms:W3CDTF">2011-08-01T06:04:30Z</dcterms:modified>
  <cp:revision>1</cp:revision>
  <dc:title>Yellow Simple Monthly Performance Report Presentation</dc:title>
</cp:coreProperties>
</file>