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IBM Plex Sans" charset="1" panose="020B050305020300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7C3B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497170"/>
            <a:ext cx="11519791" cy="184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b="true" sz="129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Did You Know?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205762" y="2026387"/>
            <a:ext cx="305353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small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insight about how the brain works and why it matters at work.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EF3F2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438375">
            <a:off x="10382570" y="-411816"/>
            <a:ext cx="4834333" cy="4640960"/>
          </a:xfrm>
          <a:custGeom>
            <a:avLst/>
            <a:gdLst/>
            <a:ahLst/>
            <a:cxnLst/>
            <a:rect r="r" b="b" t="t" l="l"/>
            <a:pathLst>
              <a:path h="4640960" w="4834333">
                <a:moveTo>
                  <a:pt x="0" y="0"/>
                </a:moveTo>
                <a:lnTo>
                  <a:pt x="4834333" y="0"/>
                </a:lnTo>
                <a:lnTo>
                  <a:pt x="4834333" y="4640960"/>
                </a:lnTo>
                <a:lnTo>
                  <a:pt x="0" y="464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135400" y="7433174"/>
            <a:ext cx="10220621" cy="105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b="true" sz="7400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Your Brain on Autopilot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4BA6A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Pause for Clarity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528070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BE1D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75524"/>
            <a:ext cx="7646561" cy="3361901"/>
            <a:chOff x="0" y="0"/>
            <a:chExt cx="2013909" cy="8854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885439"/>
            </a:xfrm>
            <a:custGeom>
              <a:avLst/>
              <a:gdLst/>
              <a:ahLst/>
              <a:cxnLst/>
              <a:rect r="r" b="b" t="t" l="l"/>
              <a:pathLst>
                <a:path h="885439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844940"/>
                  </a:lnTo>
                  <a:cubicBezTo>
                    <a:pt x="2013909" y="867307"/>
                    <a:pt x="1995777" y="885439"/>
                    <a:pt x="1973410" y="885439"/>
                  </a:cubicBezTo>
                  <a:lnTo>
                    <a:pt x="40499" y="885439"/>
                  </a:lnTo>
                  <a:cubicBezTo>
                    <a:pt x="29758" y="885439"/>
                    <a:pt x="19457" y="881172"/>
                    <a:pt x="11862" y="873577"/>
                  </a:cubicBezTo>
                  <a:cubicBezTo>
                    <a:pt x="4267" y="865982"/>
                    <a:pt x="0" y="855681"/>
                    <a:pt x="0" y="844940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446975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3361901"/>
            <a:chOff x="0" y="0"/>
            <a:chExt cx="2033394" cy="8854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885439"/>
            </a:xfrm>
            <a:custGeom>
              <a:avLst/>
              <a:gdLst/>
              <a:ahLst/>
              <a:cxnLst/>
              <a:rect r="r" b="b" t="t" l="l"/>
              <a:pathLst>
                <a:path h="885439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845328"/>
                  </a:lnTo>
                  <a:cubicBezTo>
                    <a:pt x="2033394" y="867481"/>
                    <a:pt x="2015436" y="885439"/>
                    <a:pt x="1993283" y="885439"/>
                  </a:cubicBezTo>
                  <a:lnTo>
                    <a:pt x="40111" y="885439"/>
                  </a:lnTo>
                  <a:cubicBezTo>
                    <a:pt x="17958" y="885439"/>
                    <a:pt x="0" y="867481"/>
                    <a:pt x="0" y="845328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6746051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At the start of 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meeting or learning session, especially when introducing a behavioural habit or team ritual.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It works best as a short curiosity moment, not a deep discussion.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5006" y="116459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DE3CC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663429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Share the brain insight.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nvite the team to briefly reflect on where they see it in their work.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Connect the insight to a small behavioural shift.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7385024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Whe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n people 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understand how the brain naturally works, they are more open to adjusting their habits. Bringing awareness turns behaviour change from “should” into “that makes sense.”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817049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7368022"/>
            <a:ext cx="674605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short insig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ht is often enough to spark reflection.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Let the team notice where it shows up in their day-to-day work.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800046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C3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27377"/>
            <a:ext cx="18288000" cy="10096914"/>
            <a:chOff x="0" y="0"/>
            <a:chExt cx="4816593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59270"/>
            </a:xfrm>
            <a:custGeom>
              <a:avLst/>
              <a:gdLst/>
              <a:ahLst/>
              <a:cxnLst/>
              <a:rect r="r" b="b" t="t" l="l"/>
              <a:pathLst>
                <a:path h="265927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361168">
            <a:off x="12542431" y="498475"/>
            <a:ext cx="5301027" cy="4645025"/>
          </a:xfrm>
          <a:custGeom>
            <a:avLst/>
            <a:gdLst/>
            <a:ahLst/>
            <a:cxnLst/>
            <a:rect r="r" b="b" t="t" l="l"/>
            <a:pathLst>
              <a:path h="4645025" w="5301027">
                <a:moveTo>
                  <a:pt x="0" y="0"/>
                </a:moveTo>
                <a:lnTo>
                  <a:pt x="5301028" y="0"/>
                </a:lnTo>
                <a:lnTo>
                  <a:pt x="5301028" y="4645025"/>
                </a:lnTo>
                <a:lnTo>
                  <a:pt x="0" y="4645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6700169" y="6068973"/>
            <a:ext cx="5337496" cy="126766"/>
          </a:xfrm>
          <a:custGeom>
            <a:avLst/>
            <a:gdLst/>
            <a:ahLst/>
            <a:cxnLst/>
            <a:rect r="r" b="b" t="t" l="l"/>
            <a:pathLst>
              <a:path h="126766" w="5337496">
                <a:moveTo>
                  <a:pt x="0" y="0"/>
                </a:moveTo>
                <a:lnTo>
                  <a:pt x="5337496" y="0"/>
                </a:lnTo>
                <a:lnTo>
                  <a:pt x="5337496" y="126766"/>
                </a:lnTo>
                <a:lnTo>
                  <a:pt x="0" y="126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85013" y="365125"/>
            <a:ext cx="141179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0F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Did you know?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8113" y="2299878"/>
            <a:ext cx="7818974" cy="828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Your brain runs on autopilot much of the time.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This helps us move fast and handle complexity, but it also means we react before we fully think.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Under pressure, the brain tends to: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Jump to conclusions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</a:t>
            </a:r>
            <a:r>
              <a:rPr lang="en-US" b="true" sz="35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ely on assumptions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</a:t>
            </a:r>
            <a:r>
              <a:rPr lang="en-US" b="true" sz="35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espond emotionally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85778" y="5457967"/>
            <a:ext cx="628986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Small shift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85778" y="6189253"/>
            <a:ext cx="7112615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Taking even a short pause helps the brain switch from reaction to reflection.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That’s why small habits like Pause for Clarity make such a difference.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Yellow Simple Monthly Performance Report Presentation</dc:title>
</cp:coreProperties>
</file>