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Canva Student Fon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A6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84550"/>
            <a:ext cx="9978795" cy="546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What We Are Practicing</a:t>
            </a:r>
          </a:p>
          <a:p>
            <a:pPr algn="l">
              <a:lnSpc>
                <a:spcPts val="142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B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B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BA6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627365" y="2097405"/>
            <a:ext cx="305353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si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mple way to keep the team’s current ritual visible and alive.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F4F58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95721">
            <a:off x="11352730" y="154081"/>
            <a:ext cx="5142195" cy="4936507"/>
          </a:xfrm>
          <a:custGeom>
            <a:avLst/>
            <a:gdLst/>
            <a:ahLst/>
            <a:cxnLst/>
            <a:rect r="r" b="b" t="t" l="l"/>
            <a:pathLst>
              <a:path h="4936507" w="5142195">
                <a:moveTo>
                  <a:pt x="0" y="0"/>
                </a:moveTo>
                <a:lnTo>
                  <a:pt x="5142195" y="0"/>
                </a:lnTo>
                <a:lnTo>
                  <a:pt x="5142195" y="4936507"/>
                </a:lnTo>
                <a:lnTo>
                  <a:pt x="0" y="4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4BA6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FBE1D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to r</a:t>
            </a:r>
            <a:r>
              <a:rPr lang="en-US" b="true" sz="7000">
                <a:solidFill>
                  <a:srgbClr val="FBE1D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 this HH! Moment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091115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58909"/>
            <a:ext cx="7646561" cy="2827573"/>
            <a:chOff x="0" y="0"/>
            <a:chExt cx="2013909" cy="744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744711"/>
            </a:xfrm>
            <a:custGeom>
              <a:avLst/>
              <a:gdLst/>
              <a:ahLst/>
              <a:cxnLst/>
              <a:rect r="r" b="b" t="t" l="l"/>
              <a:pathLst>
                <a:path h="74471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704212"/>
                  </a:lnTo>
                  <a:cubicBezTo>
                    <a:pt x="2013909" y="726579"/>
                    <a:pt x="1995777" y="744711"/>
                    <a:pt x="1973410" y="744711"/>
                  </a:cubicBezTo>
                  <a:lnTo>
                    <a:pt x="40499" y="744711"/>
                  </a:lnTo>
                  <a:cubicBezTo>
                    <a:pt x="29758" y="744711"/>
                    <a:pt x="19457" y="740444"/>
                    <a:pt x="11862" y="732849"/>
                  </a:cubicBezTo>
                  <a:cubicBezTo>
                    <a:pt x="4267" y="725254"/>
                    <a:pt x="0" y="714953"/>
                    <a:pt x="0" y="70421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78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010020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2827573"/>
            <a:chOff x="0" y="0"/>
            <a:chExt cx="2033394" cy="744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744711"/>
            </a:xfrm>
            <a:custGeom>
              <a:avLst/>
              <a:gdLst/>
              <a:ahLst/>
              <a:cxnLst/>
              <a:rect r="r" b="b" t="t" l="l"/>
              <a:pathLst>
                <a:path h="74471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704600"/>
                  </a:lnTo>
                  <a:cubicBezTo>
                    <a:pt x="2033394" y="726752"/>
                    <a:pt x="2015436" y="744711"/>
                    <a:pt x="1993283" y="744711"/>
                  </a:cubicBezTo>
                  <a:lnTo>
                    <a:pt x="40111" y="744711"/>
                  </a:lnTo>
                  <a:cubicBezTo>
                    <a:pt x="17958" y="744711"/>
                    <a:pt x="0" y="726752"/>
                    <a:pt x="0" y="70460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78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start of 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team meeting.  It takes 2 minutes and keeps the team connected to the habit they are currently practising together.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7868" y="124333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8E1B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(1-3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7233296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Remind the team of the ritual currently 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n focus.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Read the ritual out loud or show it on the screen.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Invite the te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am 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to notice where it might show up in today’s work.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6948069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When habits stay visible, they are more likely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to stick.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 quick reminder keeps the ritual alive and helps the team practise it in real situations.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380093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6931066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Keep it s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hort and natural.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This is not a discussion, it’s just a gentle reminder of the habit the team is building together.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363091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A6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11198466" cy="10287000"/>
            <a:chOff x="0" y="0"/>
            <a:chExt cx="294939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9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49390">
                  <a:moveTo>
                    <a:pt x="69134" y="0"/>
                  </a:moveTo>
                  <a:lnTo>
                    <a:pt x="2880256" y="0"/>
                  </a:lnTo>
                  <a:cubicBezTo>
                    <a:pt x="2898592" y="0"/>
                    <a:pt x="2916176" y="7284"/>
                    <a:pt x="2929141" y="20249"/>
                  </a:cubicBezTo>
                  <a:cubicBezTo>
                    <a:pt x="2942106" y="33214"/>
                    <a:pt x="2949390" y="50798"/>
                    <a:pt x="2949390" y="69134"/>
                  </a:cubicBezTo>
                  <a:lnTo>
                    <a:pt x="2949390" y="2640200"/>
                  </a:lnTo>
                  <a:cubicBezTo>
                    <a:pt x="2949390" y="2678381"/>
                    <a:pt x="2918438" y="2709333"/>
                    <a:pt x="2880256" y="2709333"/>
                  </a:cubicBezTo>
                  <a:lnTo>
                    <a:pt x="69134" y="2709333"/>
                  </a:lnTo>
                  <a:cubicBezTo>
                    <a:pt x="30952" y="2709333"/>
                    <a:pt x="0" y="2678381"/>
                    <a:pt x="0" y="2640200"/>
                  </a:cubicBezTo>
                  <a:lnTo>
                    <a:pt x="0" y="69134"/>
                  </a:lnTo>
                  <a:cubicBezTo>
                    <a:pt x="0" y="30952"/>
                    <a:pt x="30952" y="0"/>
                    <a:pt x="69134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4939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26937">
            <a:off x="15547162" y="7592127"/>
            <a:ext cx="2699608" cy="2439464"/>
          </a:xfrm>
          <a:custGeom>
            <a:avLst/>
            <a:gdLst/>
            <a:ahLst/>
            <a:cxnLst/>
            <a:rect r="r" b="b" t="t" l="l"/>
            <a:pathLst>
              <a:path h="2439464" w="2699608">
                <a:moveTo>
                  <a:pt x="0" y="0"/>
                </a:moveTo>
                <a:lnTo>
                  <a:pt x="2699608" y="0"/>
                </a:lnTo>
                <a:lnTo>
                  <a:pt x="2699608" y="2439464"/>
                </a:lnTo>
                <a:lnTo>
                  <a:pt x="0" y="243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588" y="4750376"/>
            <a:ext cx="7526500" cy="2842816"/>
          </a:xfrm>
          <a:custGeom>
            <a:avLst/>
            <a:gdLst/>
            <a:ahLst/>
            <a:cxnLst/>
            <a:rect r="r" b="b" t="t" l="l"/>
            <a:pathLst>
              <a:path h="2842816" w="7526500">
                <a:moveTo>
                  <a:pt x="0" y="0"/>
                </a:moveTo>
                <a:lnTo>
                  <a:pt x="7526500" y="0"/>
                </a:lnTo>
                <a:lnTo>
                  <a:pt x="7526500" y="2842816"/>
                </a:lnTo>
                <a:lnTo>
                  <a:pt x="0" y="2842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050"/>
            <a:ext cx="6299849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7000">
                <a:solidFill>
                  <a:srgbClr val="F5F0E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</a:t>
            </a:r>
            <a:r>
              <a:rPr lang="en-US" b="true" sz="7000">
                <a:solidFill>
                  <a:srgbClr val="F5F0E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at we are practicing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28923"/>
            <a:ext cx="3756805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Team Ritual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64762"/>
            <a:ext cx="698716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F4F58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insert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8122" y="2769489"/>
            <a:ext cx="375680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Practising together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8122" y="3420236"/>
            <a:ext cx="698716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Hav</a:t>
            </a:r>
            <a:r>
              <a:rPr lang="en-US" sz="2199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 you had a chance to try this ritual yet?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Where did you find it useful this week?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What did you notice when you used it?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