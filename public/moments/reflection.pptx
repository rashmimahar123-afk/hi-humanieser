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IBM Plex Sans Bold Italics" charset="1" panose="020B0803050203000203"/>
      <p:regular r:id="rId9"/>
    </p:embeddedFont>
    <p:embeddedFont>
      <p:font typeface="Open Sans Light" charset="1" panose="00000000000000000000"/>
      <p:regular r:id="rId10"/>
    </p:embeddedFont>
    <p:embeddedFont>
      <p:font typeface="Open Sans Semi-Bold" charset="1" panose="00000000000000000000"/>
      <p:regular r:id="rId11"/>
    </p:embeddedFont>
    <p:embeddedFont>
      <p:font typeface="IBM Plex Sans Medium" charset="1" panose="020B0603050203000203"/>
      <p:regular r:id="rId12"/>
    </p:embeddedFont>
    <p:embeddedFont>
      <p:font typeface="Open Sans" charset="1" panose="00000000000000000000"/>
      <p:regular r:id="rId13"/>
    </p:embeddedFont>
    <p:embeddedFont>
      <p:font typeface="Canva Student Font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B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99736" y="1028700"/>
            <a:ext cx="7670524" cy="10096914"/>
            <a:chOff x="0" y="0"/>
            <a:chExt cx="2020220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220" cy="2659270"/>
            </a:xfrm>
            <a:custGeom>
              <a:avLst/>
              <a:gdLst/>
              <a:ahLst/>
              <a:cxnLst/>
              <a:rect r="r" b="b" t="t" l="l"/>
              <a:pathLst>
                <a:path h="2659270" w="2020220">
                  <a:moveTo>
                    <a:pt x="100931" y="0"/>
                  </a:moveTo>
                  <a:lnTo>
                    <a:pt x="1919289" y="0"/>
                  </a:lnTo>
                  <a:cubicBezTo>
                    <a:pt x="1975032" y="0"/>
                    <a:pt x="2020220" y="45188"/>
                    <a:pt x="2020220" y="100931"/>
                  </a:cubicBezTo>
                  <a:lnTo>
                    <a:pt x="2020220" y="2558339"/>
                  </a:lnTo>
                  <a:cubicBezTo>
                    <a:pt x="2020220" y="2585107"/>
                    <a:pt x="2009587" y="2610780"/>
                    <a:pt x="1990658" y="2629708"/>
                  </a:cubicBezTo>
                  <a:cubicBezTo>
                    <a:pt x="1971730" y="2648636"/>
                    <a:pt x="1946058" y="2659270"/>
                    <a:pt x="1919289" y="2659270"/>
                  </a:cubicBezTo>
                  <a:lnTo>
                    <a:pt x="100931" y="2659270"/>
                  </a:lnTo>
                  <a:cubicBezTo>
                    <a:pt x="45188" y="2659270"/>
                    <a:pt x="0" y="2614081"/>
                    <a:pt x="0" y="2558339"/>
                  </a:cubicBezTo>
                  <a:lnTo>
                    <a:pt x="0" y="100931"/>
                  </a:lnTo>
                  <a:cubicBezTo>
                    <a:pt x="0" y="45188"/>
                    <a:pt x="45188" y="0"/>
                    <a:pt x="100931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0220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355975"/>
            <a:ext cx="12057140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b="true" sz="12000" i="true">
                <a:solidFill>
                  <a:srgbClr val="0F4F58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From the Reflection Wall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504701" y="6955669"/>
            <a:ext cx="754599" cy="160261"/>
            <a:chOff x="0" y="0"/>
            <a:chExt cx="198742" cy="42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8BBE8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36292" y="6955669"/>
            <a:ext cx="754599" cy="160261"/>
            <a:chOff x="0" y="0"/>
            <a:chExt cx="198742" cy="422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8BBE8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67884" y="6955669"/>
            <a:ext cx="754599" cy="160261"/>
            <a:chOff x="0" y="0"/>
            <a:chExt cx="198742" cy="422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8BBE8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244705" y="2097405"/>
            <a:ext cx="3053538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ref</a:t>
            </a: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lection shared by the team, captured anonymously.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62025"/>
            <a:ext cx="585025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F4F58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Hi Humaniser! Moment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46723" y="7870690"/>
            <a:ext cx="355152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0F4F58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Small habits shape how teams work together.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595721">
            <a:off x="10861621" y="102974"/>
            <a:ext cx="5142195" cy="4936507"/>
          </a:xfrm>
          <a:custGeom>
            <a:avLst/>
            <a:gdLst/>
            <a:ahLst/>
            <a:cxnLst/>
            <a:rect r="r" b="b" t="t" l="l"/>
            <a:pathLst>
              <a:path h="4936507" w="5142195">
                <a:moveTo>
                  <a:pt x="0" y="0"/>
                </a:moveTo>
                <a:lnTo>
                  <a:pt x="5142195" y="0"/>
                </a:lnTo>
                <a:lnTo>
                  <a:pt x="5142195" y="4936507"/>
                </a:lnTo>
                <a:lnTo>
                  <a:pt x="0" y="4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8BB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197557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b="true" sz="7000">
                <a:solidFill>
                  <a:srgbClr val="276B6B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to r</a:t>
            </a:r>
            <a:r>
              <a:rPr lang="en-US" b="true" sz="7000">
                <a:solidFill>
                  <a:srgbClr val="276B6B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un this HH! Moment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6091115"/>
            <a:ext cx="7646561" cy="2608001"/>
            <a:chOff x="0" y="0"/>
            <a:chExt cx="2013909" cy="68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909" cy="686881"/>
            </a:xfrm>
            <a:custGeom>
              <a:avLst/>
              <a:gdLst/>
              <a:ahLst/>
              <a:cxnLst/>
              <a:rect r="r" b="b" t="t" l="l"/>
              <a:pathLst>
                <a:path h="686881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646382"/>
                  </a:lnTo>
                  <a:cubicBezTo>
                    <a:pt x="2013909" y="657123"/>
                    <a:pt x="2009642" y="667424"/>
                    <a:pt x="2002047" y="675019"/>
                  </a:cubicBezTo>
                  <a:cubicBezTo>
                    <a:pt x="1994452" y="682614"/>
                    <a:pt x="1984151" y="686881"/>
                    <a:pt x="1973410" y="686881"/>
                  </a:cubicBezTo>
                  <a:lnTo>
                    <a:pt x="40499" y="686881"/>
                  </a:lnTo>
                  <a:cubicBezTo>
                    <a:pt x="18132" y="686881"/>
                    <a:pt x="0" y="668749"/>
                    <a:pt x="0" y="646382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3909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858909"/>
            <a:ext cx="7646561" cy="2827573"/>
            <a:chOff x="0" y="0"/>
            <a:chExt cx="2013909" cy="7447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3909" cy="744711"/>
            </a:xfrm>
            <a:custGeom>
              <a:avLst/>
              <a:gdLst/>
              <a:ahLst/>
              <a:cxnLst/>
              <a:rect r="r" b="b" t="t" l="l"/>
              <a:pathLst>
                <a:path h="744711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704212"/>
                  </a:lnTo>
                  <a:cubicBezTo>
                    <a:pt x="2013909" y="726579"/>
                    <a:pt x="1995777" y="744711"/>
                    <a:pt x="1973410" y="744711"/>
                  </a:cubicBezTo>
                  <a:lnTo>
                    <a:pt x="40499" y="744711"/>
                  </a:lnTo>
                  <a:cubicBezTo>
                    <a:pt x="29758" y="744711"/>
                    <a:pt x="19457" y="740444"/>
                    <a:pt x="11862" y="732849"/>
                  </a:cubicBezTo>
                  <a:cubicBezTo>
                    <a:pt x="4267" y="725254"/>
                    <a:pt x="0" y="714953"/>
                    <a:pt x="0" y="704212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13909" cy="782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6010020"/>
            <a:ext cx="7720542" cy="2608001"/>
            <a:chOff x="0" y="0"/>
            <a:chExt cx="2033394" cy="686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3394" cy="686881"/>
            </a:xfrm>
            <a:custGeom>
              <a:avLst/>
              <a:gdLst/>
              <a:ahLst/>
              <a:cxnLst/>
              <a:rect r="r" b="b" t="t" l="l"/>
              <a:pathLst>
                <a:path h="686881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646770"/>
                  </a:lnTo>
                  <a:cubicBezTo>
                    <a:pt x="2033394" y="657408"/>
                    <a:pt x="2029168" y="667610"/>
                    <a:pt x="2021646" y="675133"/>
                  </a:cubicBezTo>
                  <a:cubicBezTo>
                    <a:pt x="2014123" y="682655"/>
                    <a:pt x="2003921" y="686881"/>
                    <a:pt x="1993283" y="686881"/>
                  </a:cubicBezTo>
                  <a:lnTo>
                    <a:pt x="40111" y="686881"/>
                  </a:lnTo>
                  <a:cubicBezTo>
                    <a:pt x="17958" y="686881"/>
                    <a:pt x="0" y="668923"/>
                    <a:pt x="0" y="646770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33394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2770986"/>
            <a:ext cx="7720542" cy="2827573"/>
            <a:chOff x="0" y="0"/>
            <a:chExt cx="2033394" cy="7447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3394" cy="744711"/>
            </a:xfrm>
            <a:custGeom>
              <a:avLst/>
              <a:gdLst/>
              <a:ahLst/>
              <a:cxnLst/>
              <a:rect r="r" b="b" t="t" l="l"/>
              <a:pathLst>
                <a:path h="744711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704600"/>
                  </a:lnTo>
                  <a:cubicBezTo>
                    <a:pt x="2033394" y="726752"/>
                    <a:pt x="2015436" y="744711"/>
                    <a:pt x="1993283" y="744711"/>
                  </a:cubicBezTo>
                  <a:lnTo>
                    <a:pt x="40111" y="744711"/>
                  </a:lnTo>
                  <a:cubicBezTo>
                    <a:pt x="17958" y="744711"/>
                    <a:pt x="0" y="726752"/>
                    <a:pt x="0" y="704600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BE1D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33394" cy="782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95318" y="3709035"/>
            <a:ext cx="6746051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At the start of a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team meeting.  It takes 2 minutes and keeps the team connected to the habit they are currently practising together.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9531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When to us</a:t>
            </a: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 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67868" y="1243330"/>
            <a:ext cx="439143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5F0EB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(1-3 minutes)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6478" y="3709035"/>
            <a:ext cx="6228195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elect one anonymous reflection from the team Reflectio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n Wall.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Share it with the group.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Gi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ve people 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 m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oment to read &amp; reflect.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52647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it works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8955" y="6948069"/>
            <a:ext cx="6746051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Som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etimes a single reflec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tion can highlight patterns, tensions, or small wins that many people recognise. Hearing the team’s voice can bring awareness that numbers or reports don’t capture.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78955" y="6380093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helps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1245" y="6931066"/>
            <a:ext cx="6746051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Allow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a s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hort pause after sharing it. Often the reflection will resonate without needing further explanation.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631245" y="6363091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Tips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B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97611" y="0"/>
            <a:ext cx="5644855" cy="10287000"/>
            <a:chOff x="0" y="0"/>
            <a:chExt cx="148671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6711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86711">
                  <a:moveTo>
                    <a:pt x="137150" y="0"/>
                  </a:moveTo>
                  <a:lnTo>
                    <a:pt x="1349561" y="0"/>
                  </a:lnTo>
                  <a:cubicBezTo>
                    <a:pt x="1425307" y="0"/>
                    <a:pt x="1486711" y="61404"/>
                    <a:pt x="1486711" y="137150"/>
                  </a:cubicBezTo>
                  <a:lnTo>
                    <a:pt x="1486711" y="2572183"/>
                  </a:lnTo>
                  <a:cubicBezTo>
                    <a:pt x="1486711" y="2608558"/>
                    <a:pt x="1472261" y="2643442"/>
                    <a:pt x="1446540" y="2669163"/>
                  </a:cubicBezTo>
                  <a:cubicBezTo>
                    <a:pt x="1420820" y="2694884"/>
                    <a:pt x="1385935" y="2709333"/>
                    <a:pt x="1349561" y="2709333"/>
                  </a:cubicBezTo>
                  <a:lnTo>
                    <a:pt x="137150" y="2709333"/>
                  </a:lnTo>
                  <a:cubicBezTo>
                    <a:pt x="61404" y="2709333"/>
                    <a:pt x="0" y="2647929"/>
                    <a:pt x="0" y="2572183"/>
                  </a:cubicBezTo>
                  <a:lnTo>
                    <a:pt x="0" y="137150"/>
                  </a:lnTo>
                  <a:cubicBezTo>
                    <a:pt x="0" y="100776"/>
                    <a:pt x="14450" y="65891"/>
                    <a:pt x="40170" y="40170"/>
                  </a:cubicBezTo>
                  <a:cubicBezTo>
                    <a:pt x="65891" y="14450"/>
                    <a:pt x="100776" y="0"/>
                    <a:pt x="137150" y="0"/>
                  </a:cubicBez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86711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26937">
            <a:off x="15547162" y="7592127"/>
            <a:ext cx="2699608" cy="2439464"/>
          </a:xfrm>
          <a:custGeom>
            <a:avLst/>
            <a:gdLst/>
            <a:ahLst/>
            <a:cxnLst/>
            <a:rect r="r" b="b" t="t" l="l"/>
            <a:pathLst>
              <a:path h="2439464" w="2699608">
                <a:moveTo>
                  <a:pt x="0" y="0"/>
                </a:moveTo>
                <a:lnTo>
                  <a:pt x="2699608" y="0"/>
                </a:lnTo>
                <a:lnTo>
                  <a:pt x="2699608" y="2439464"/>
                </a:lnTo>
                <a:lnTo>
                  <a:pt x="0" y="2439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18537" y="4953954"/>
            <a:ext cx="8803663" cy="3325210"/>
          </a:xfrm>
          <a:custGeom>
            <a:avLst/>
            <a:gdLst/>
            <a:ahLst/>
            <a:cxnLst/>
            <a:rect r="r" b="b" t="t" l="l"/>
            <a:pathLst>
              <a:path h="3325210" w="8803663">
                <a:moveTo>
                  <a:pt x="0" y="0"/>
                </a:moveTo>
                <a:lnTo>
                  <a:pt x="8803663" y="0"/>
                </a:lnTo>
                <a:lnTo>
                  <a:pt x="8803663" y="3325210"/>
                </a:lnTo>
                <a:lnTo>
                  <a:pt x="0" y="3325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62050"/>
            <a:ext cx="6299849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 b="true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From the Reflection Wall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828923"/>
            <a:ext cx="7896459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Anonymous reflection from the team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26968" y="6069189"/>
            <a:ext cx="698716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EF3F2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insert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DAHDKcauFmM</dc:identifier>
  <dcterms:modified xsi:type="dcterms:W3CDTF">2011-08-01T06:04:30Z</dcterms:modified>
  <cp:revision>1</cp:revision>
  <dc:title>Yellow Simple Monthly Performance Report Presentation</dc:title>
</cp:coreProperties>
</file>